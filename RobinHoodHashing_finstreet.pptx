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4" r:id="rId4"/>
    <p:sldId id="261" r:id="rId5"/>
    <p:sldId id="260" r:id="rId6"/>
    <p:sldId id="265" r:id="rId7"/>
    <p:sldId id="259" r:id="rId8"/>
    <p:sldId id="263" r:id="rId9"/>
    <p:sldId id="25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>
        <p:scale>
          <a:sx n="74" d="100"/>
          <a:sy n="74" d="100"/>
        </p:scale>
        <p:origin x="83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66720-85D0-C143-9D75-E1AE32D7134E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BADB3-C335-DB46-B447-175306ABC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2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BADB3-C335-DB46-B447-175306ABC4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93B4-2D5C-96C8-0330-5C827F72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1A69-4D5D-9C26-C018-FC3774F78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4E7DA-07BD-4F81-6916-A217F2A38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AA0FA-ACEA-12A6-A8E8-7797F562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BADB3-C335-DB46-B447-175306ABC4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72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6567-3730-92F6-60AD-94D9F5BBC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C828B-1730-AB58-1B94-CACDA5341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F96C-C2B3-3C31-8C12-828F1D9E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A1E59-B538-C7F8-B3F3-0B8B4EA7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CAEEF-FA89-E782-2CE0-7B4254CCE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5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75C3-60DE-9145-3521-879D94BC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68FB7-25C5-34D3-9650-1E4A850D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21482-39BA-B953-5A19-48157FA8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E83D4-8417-2639-E43E-6C679BDE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1F8E2-389C-9D78-19D6-B3511D9C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4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A150-B9D9-B7A7-6B50-F1F4B6B3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D75BF-2BE2-6A7E-340D-F1DCEEBE2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91AC-8CC9-8AE1-EF2F-151002A98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0B3E8-5497-D68A-624E-C6D868F3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A765-2C4C-A810-E691-FCFBDC03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5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4A3D-23B7-5960-F725-BBCC3627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7B78-056E-32CF-A6C0-9DB5359A0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C6EF3-6BA8-727B-7898-443BFB13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6E3E2-4DD9-2D4D-3D28-C4BB4697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949C1-AC8B-B23D-CB06-46B8EBC6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6798C-2E5B-0F3C-C5B6-F58684A1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9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65C1-9922-9B04-CD54-C7BCC907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CF765-3982-05C4-0FBC-35E19444D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A4A77-9FD8-A5E4-2EA2-1CB1E9CC9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BA077-2E2E-DBE9-0D73-E320E2432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A8DB4-E3CA-417B-72BF-83C73029E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F30F8-47AF-46BE-6800-0EF56050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F97D2-0E57-E8E1-86A6-E5A042AF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FDC3-50B9-1D80-D64E-D4BA0136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1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B04A-12F0-99B0-677F-D7479739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78748-6E61-40E0-CC8D-4AC01336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06E3D-8F20-3086-8021-A7CF302E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C97CA-6467-0082-B30B-42C9B985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6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695D4-BB6B-2EF4-58A2-F7CD4575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0AF39-3D8D-74F6-CA56-22028332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17922-0914-2041-B341-7A7349DF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CBCC-AC42-14A0-CEE5-336F2080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15C1-33C6-2AF3-A48A-9947DC49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A7FE6-A6D0-79A0-7D68-71F66616F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B6450-9856-5617-23BF-6A12B8A7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CF6A3-448C-8D3E-1A90-3A3B15D8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26147-4445-B3DB-009D-1498F650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9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B248-BE49-6641-B4BC-CA78D91C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D6E70-9D3D-A681-63D9-47C0960D9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82DD-7AD5-A6D2-5D4A-D0B77A0D2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678B7-1AA9-44B2-2437-9D8A1110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77B03-058B-5733-D9CF-950B7D23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B0524-828E-C471-43A6-34B6F78A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A879-FB93-B31A-FC5D-8C385F27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46E63-B62E-8CB3-1094-1F60FA18E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24E7-15FF-6BED-4B17-D29E501B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DC7AD-4346-0C3A-8C5A-C7A8115E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F862-09F6-2132-012D-15995D00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0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3C698-D4EC-783C-BB50-EE9D26F9A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75E68-3370-5B23-0D76-76F0D37BB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403CD-7CE6-19CA-A21A-DB995C96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2876-F73A-6DD6-F646-4C999681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BD551-3E2D-4BC7-91AF-5357CF4D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8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20A99-6553-9993-385D-CAA55E1F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5BA21-4DFE-336F-81D7-5D58A8A2C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6A4C8-60F6-EC25-71BA-DFDB81997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4627A-7341-2945-9FBD-76ADD0571C5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16770-37D5-C817-CB37-11FD37627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54FF-A806-ADA2-43AD-0DEBE1E05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3D289-ED7F-C541-B791-80E90E528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1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AAB560-CE9E-5977-A69D-131A9B10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51760"/>
            <a:ext cx="12420075" cy="69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3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5873-1B83-FFF8-D815-5AC27F53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C9045A-A04A-7D53-0F2E-1C1769C6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86" y="-1"/>
            <a:ext cx="12327986" cy="688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0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56ED-FBDE-C837-BFB9-D2C8DA6D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25CAED-D346-13FE-7777-557D4EE34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026" y="320270"/>
            <a:ext cx="12490557" cy="62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0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437A-A6A4-DA70-0FB3-5A3439AF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CEA60B70-0A13-4F2C-E9C2-246FCCA5E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439291" cy="695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1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0D8C0-1E77-C101-36B8-5CFDC3B2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7C182E-891A-777D-E1CB-553F7273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19495" cy="633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7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7B18-48A3-8412-5AC3-96DED72E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78AC96-B462-15AA-EAD8-AAFF2B4B9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868" y="86265"/>
            <a:ext cx="12761736" cy="66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9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C62A-D7DE-1D60-8E18-B15D572D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4A110FBF-20AC-2F1C-DA9C-D252F7A87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09" y="0"/>
            <a:ext cx="12071231" cy="663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5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CBCD-26AE-D9CF-DD3C-EB9E9F79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ACD948-B54C-9392-6071-70A6EA34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7101" y="-128556"/>
            <a:ext cx="13775688" cy="716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0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1651-146D-19FD-5429-EDA1754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1346EC5-5547-A332-67C0-27202CFB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24075" cy="66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240C-6A6F-153D-6F6E-1E9CE4BC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4D1C44-7A77-7E36-90D4-A640553C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150" y="362310"/>
            <a:ext cx="12632299" cy="581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2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</Words>
  <Application>Microsoft Macintosh PowerPoint</Application>
  <PresentationFormat>Widescreen</PresentationFormat>
  <Paragraphs>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Behera</dc:creator>
  <cp:lastModifiedBy>Aman Behera</cp:lastModifiedBy>
  <cp:revision>1</cp:revision>
  <dcterms:created xsi:type="dcterms:W3CDTF">2026-01-13T23:14:53Z</dcterms:created>
  <dcterms:modified xsi:type="dcterms:W3CDTF">2026-01-13T23:21:54Z</dcterms:modified>
</cp:coreProperties>
</file>