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  <p:sldId id="259" r:id="rId5"/>
    <p:sldId id="258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2E098-96B1-4F6E-7675-134F466505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DA2CBB-1C4B-7F3C-6150-43661F61C3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19F1C-591E-3CD9-71E2-175BBB7CC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E808B-018A-028D-C9E2-3159D0B13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CF5A6-C608-4D00-EC6F-1E8EA8F9F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534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CFF69-8A68-6BFA-E507-EE859F890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5EAE-76F7-0E14-AAA9-445E46FBB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70A84-816A-FFFE-F825-F2F188C9D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E764E-531D-FC2B-B664-AAFE064AC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71E7FD-2038-750C-CB78-65351032D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881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558B2-25B0-FBDE-A2FA-6032AB4AF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17C8EF-E0F8-3AAC-1932-487EB7B6F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01502-C15E-9A70-F3FF-8DF3A89D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BF01-97CC-8B4B-D4A4-07812BE5E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ACDF8-E835-BFEB-2E45-E81A3F254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90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7A7DE-E60F-A12E-1F9B-FF26EE6D9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CFB60-0567-DA28-7F16-8B5549895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AB2792-5812-6754-0633-5B5A600A3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C25EC9-7917-2DFB-E755-13ECAA97C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3679C1-2ADC-F590-9B1E-D94FA2B95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6BA2A8-5CE6-D208-C19F-B18F38053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193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C8738-A55E-3A6B-EBDE-F99A673C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88401-61A8-2C4C-2FDB-E89DC1CD2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5EF84E-E92F-60A3-5E4D-6A2BD1C3D2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B906A-A452-7204-F846-2FCC0F64FF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DCB63F-C357-B01A-0F37-D6E78F888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C8491B-E880-6BD3-376D-83B229DFD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72B86-98BD-A832-3A27-5B60EA223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EBA284-0A27-9245-6A2F-770B8279F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957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AC8DD-C246-037D-9815-D6DD67C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FBC0BF-8C60-E778-B9D4-539368F39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6DFF0-EC3C-3C95-1DB9-7E6445229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E68C1-9FFE-8D71-09E7-51BF6B979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185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BE4039-08B2-31A9-C184-0659D3910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BB83F-27B9-5F56-D853-53735E91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BB40C-9187-57AA-3AFA-4F6F25B96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36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D0DAE-9181-6235-3333-447CD8C3B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E9CEA-47AF-27AF-3887-C9602C79B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FED53-9674-9758-E1FC-C90FD60C3F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F7047A-2E24-9379-2DEB-EE04F9C41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B1DF4B-4B8E-494A-24DA-8BD0DF5EF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AF96E4-1672-1740-75E5-2B9607648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24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906AE-4AB1-C306-DE6F-E83A8D7B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22D5D1-BBCE-97BD-241F-FBA7C8E135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59D274-4C4E-8464-2906-E59D5B49C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D72CF-A731-50B6-72AF-3ED8F44FF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A0578D-FA27-CB96-F5AF-61387A151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656D3-92E2-C48B-FD0B-B0C957DD9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825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360FA-FA0C-0DA5-DB9F-C8F57728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C1BB1-8A5C-5E06-AC27-F5B1B15CD9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CB2BA-7A21-16B6-F46E-0D35556E6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9A2528-500F-A1CC-9515-71539EAC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9C8FD-ED90-7F5C-C4B6-A2A006A31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430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868575-9DEA-5D78-35BF-C264EAE3F2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55283F-66EC-7EEA-C1C9-EB368694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30D0D-7584-969A-DE6C-BE247F436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473C2A-2F29-159F-DB32-498CBE92B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C1067-EBB9-8885-D5C3-E6EB68EAF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194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9D3F21-4C1A-F05A-99AA-1FA1540B3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BB805-769A-9129-46B0-D05179591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F7CC-E72D-E3EF-98FC-237999843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B84BE5-C4F7-2347-BA74-2B6E17D1C756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3BA93C-E1C4-E100-4D25-4714DDE57F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5D664-A89B-8D82-808F-E4BA3E29D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EE18FE-2860-EC4B-B6BB-21326898EE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418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AD9C3E9E-0789-B128-D0DE-BEA5C095E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2163" y="-247134"/>
            <a:ext cx="12955303" cy="7296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769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1A12B-7F4F-5D9D-BF77-E5910B2F4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2CDE02F7-D020-37B1-EE41-2D5F2BCDC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687" y="-18535"/>
            <a:ext cx="12307374" cy="695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915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9BD43-2487-CFD7-F058-1D58D7A11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4066990E-D1C5-595C-7F3C-78E39BA0B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5925" y="-168255"/>
            <a:ext cx="12772385" cy="717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23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90039-4C56-BD28-93FA-93D582ABC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662755A5-8D43-EDA7-C195-57C04E148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9634" y="-135925"/>
            <a:ext cx="12844338" cy="7253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8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EB7DD-A3D7-B452-5439-457D08209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A30B27-E917-5A48-ECFB-6395D3279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312" y="-86498"/>
            <a:ext cx="12716837" cy="7216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945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0771F-9242-B1D7-C002-7F9899A54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E378C2-14B0-8409-9ECE-3C6E12CE7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970" y="-112478"/>
            <a:ext cx="12477276" cy="697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949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Aman Behera</dc:creator>
  <cp:lastModifiedBy>Aman Behera</cp:lastModifiedBy>
  <cp:revision>1</cp:revision>
  <dcterms:created xsi:type="dcterms:W3CDTF">2026-01-13T01:08:09Z</dcterms:created>
  <dcterms:modified xsi:type="dcterms:W3CDTF">2026-01-13T01:10:38Z</dcterms:modified>
</cp:coreProperties>
</file>